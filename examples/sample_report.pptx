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项目汇报 — 客户：北京云启智能科技有限公司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联系人：陈建国</a:t>
            </a:r>
          </a:p>
          <a:p>
            <a:r>
              <a:t>电话：13812345678</a:t>
            </a:r>
          </a:p>
          <a:p>
            <a:r>
              <a:t>邮箱：chenjg@yunqi-tech.example.com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